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5281/zenodo.15735068" TargetMode="External"/><Relationship Id="rId3" Type="http://schemas.openxmlformats.org/officeDocument/2006/relationships/hyperlink" Target="https://doi.org/10.5281/zenodo.16415815" TargetMode="External"/><Relationship Id="rId4" Type="http://schemas.openxmlformats.org/officeDocument/2006/relationships/hyperlink" Target="https://doi.org/10.5281/zenodo.17001137" TargetMode="External"/><Relationship Id="rId5" Type="http://schemas.openxmlformats.org/officeDocument/2006/relationships/hyperlink" Target="https://doi.org/10.5281/zenodo.17239510" TargetMode="External"/><Relationship Id="rId6" Type="http://schemas.openxmlformats.org/officeDocument/2006/relationships/hyperlink" Target="https://doi.org/10.5281/zenodo.18973368" TargetMode="External"/><Relationship Id="rId7" Type="http://schemas.openxmlformats.org/officeDocument/2006/relationships/hyperlink" Target="https://doi.org/10.5281/zenodo.19040707" TargetMode="External"/><Relationship Id="rId8" Type="http://schemas.openxmlformats.org/officeDocument/2006/relationships/hyperlink" Target="https://doi.org/10.5281/zenodo.19057628" TargetMode="External"/><Relationship Id="rId9" Type="http://schemas.openxmlformats.org/officeDocument/2006/relationships/hyperlink" Target="https://doi.org/10.5281/zenodo.19244918" TargetMode="External"/><Relationship Id="rId10" Type="http://schemas.openxmlformats.org/officeDocument/2006/relationships/hyperlink" Target="https://doi.org/10.5281/zenodo.20196639" TargetMode="External"/><Relationship Id="rId11" Type="http://schemas.openxmlformats.org/officeDocument/2006/relationships/hyperlink" Target="https://doi.org/10.5281/zenodo.20421754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5281/zenodo.20454870" TargetMode="External"/><Relationship Id="rId3" Type="http://schemas.openxmlformats.org/officeDocument/2006/relationships/hyperlink" Target="https://doi.org/10.5281/zenodo.20619762" TargetMode="External"/><Relationship Id="rId4" Type="http://schemas.openxmlformats.org/officeDocument/2006/relationships/hyperlink" Target="https://doi.org/10.5281/zenodo.20710602" TargetMode="External"/><Relationship Id="rId5" Type="http://schemas.openxmlformats.org/officeDocument/2006/relationships/hyperlink" Target="https://doi.org/10.5281/zenodo.20780121" TargetMode="External"/><Relationship Id="rId6" Type="http://schemas.openxmlformats.org/officeDocument/2006/relationships/hyperlink" Target="https://doi.org/10.5281/zenodo.20807027" TargetMode="External"/><Relationship Id="rId7" Type="http://schemas.openxmlformats.org/officeDocument/2006/relationships/hyperlink" Target="https://doi.org/10.5281/zenodo.21097442" TargetMode="External"/><Relationship Id="rId8" Type="http://schemas.openxmlformats.org/officeDocument/2006/relationships/hyperlink" Target="https://doi.org/10.5281/zenodo.21317266" TargetMode="External"/><Relationship Id="rId9" Type="http://schemas.openxmlformats.org/officeDocument/2006/relationships/hyperlink" Target="https://doi.org/10.5281/zenodo.21720120" TargetMode="External"/><Relationship Id="rId10" Type="http://schemas.openxmlformats.org/officeDocument/2006/relationships/hyperlink" Target="https://doi.org/10.5281/zenodo.21787424" TargetMode="External"/><Relationship Id="rId11" Type="http://schemas.openxmlformats.org/officeDocument/2006/relationships/hyperlink" Target="https://doi.org/10.5281/zenodo.2188780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64008" cy="6858000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774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07CB9"/>
                </a:solidFill>
                <a:latin typeface="Arial"/>
              </a:rPr>
              <a:t>CHEMICALQDEVICE  |  INDEPENDENT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25296"/>
            <a:ext cx="107743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002F5F"/>
                </a:solidFill>
                <a:latin typeface="Times New Roman"/>
              </a:rPr>
              <a:t>LLM Pancreatic Oncology Clinical Trial System: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107743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002F5F"/>
                </a:solidFill>
                <a:latin typeface="Times New Roman"/>
              </a:rPr>
              <a:t>Large Documents, Funding, and AI Peer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432304"/>
            <a:ext cx="1920240" cy="41148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107743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66666"/>
                </a:solidFill>
                <a:latin typeface="Times New Roman"/>
              </a:rPr>
              <a:t>Twenty deposited papers, and the Phase 1 trial they were written to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163824"/>
            <a:ext cx="2542717" cy="106070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3163824"/>
            <a:ext cx="45720" cy="10607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282696"/>
            <a:ext cx="223182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F5F"/>
                </a:solidFill>
                <a:latin typeface="Times New Roman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694176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deposited papers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913632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June 2025 to August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4005" y="3163824"/>
            <a:ext cx="2542717" cy="106070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04005" y="3163824"/>
            <a:ext cx="45720" cy="10607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5173" y="3282696"/>
            <a:ext cx="223182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F5F"/>
                </a:solidFill>
                <a:latin typeface="Times New Roman"/>
              </a:rPr>
              <a:t>4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5173" y="3694176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to assemble a 12-module 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5173" y="3913632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594,657 characters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7890" y="3163824"/>
            <a:ext cx="2542717" cy="106070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7890" y="3163824"/>
            <a:ext cx="45720" cy="10607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9058" y="3282696"/>
            <a:ext cx="223182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F5F"/>
                </a:solidFill>
                <a:latin typeface="Times New Roman"/>
              </a:rPr>
              <a:t>n =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9058" y="3694176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Phase 1, 3+3 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058" y="3913632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behind a 1000-simulation gate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91775" y="3163824"/>
            <a:ext cx="2542717" cy="106070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91775" y="3163824"/>
            <a:ext cx="45720" cy="10607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2943" y="3282696"/>
            <a:ext cx="223182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F5F"/>
                </a:solidFill>
                <a:latin typeface="Times New Roman"/>
              </a:rPr>
              <a:t>$1.6M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2943" y="3694176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small-business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2943" y="3913632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against a $3.5M direct program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498848"/>
            <a:ext cx="107743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1F1F"/>
                </a:solidFill>
                <a:latin typeface="Arial"/>
              </a:rPr>
              <a:t>Kevin Kawchak, Chief Executive Officer, ChemicalQDevice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791456"/>
            <a:ext cx="107743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San Diego, CA  |  kevink@chemicalqdevice.com  |  ORCID 0009-0007-5457-8667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5175504"/>
            <a:ext cx="1077437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321808"/>
            <a:ext cx="10774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2F5F"/>
                </a:solidFill>
                <a:latin typeface="Arial"/>
              </a:rPr>
              <a:t>Oncology Trials Seminar  |  University Comprehensive Cancer Center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596128"/>
            <a:ext cx="10774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907024"/>
            <a:ext cx="1077437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Independent research. Not medical or regulatory advice, and not endorsed by the FDA, NIH, HHS, an IRB, ICH, or any sponsor. No trial described here is active or approved.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01 of 20  |  10.5281/zenodo.15735068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01.  End-to-End PDAC Digital Twin Clinical Trial Proposals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1-pdac-digital-twin-propos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3481"/>
            <a:ext cx="3154680" cy="4221934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End-to-End PDAC Digital Twin Clinical Trial Proposals, deposited June 24, 2025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Seven AI model combinations built 40 PDAC meta-analyses that five AI judges then ranked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408,001-word source corpus, automated verification, and five judges scoring one rubric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Models self-reported 84.0% accuracy against 95% verified; grounding remains preliminary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Top proposal scored 9.60/10 on deliverable completion, 9.20 on citation, 8.94 on trial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Cross-model verification, not one model's word, is what made the meta-analysis defensible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Named the daraxonrasib triplet the trial carries, traced to meta-analyses MA-23 and MA-15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02 of 20  |  10.5281/zenodo.16415815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02.  ChatGPT 100,000 Patient In Silico Phase III Triplicate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2-chatgpt-100k-patient-phase-ii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9013"/>
            <a:ext cx="3154680" cy="4270870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ChatGPT 100,000 Patient 24-Month In Silico Phase III 5-Arm PDAC Triplicate, July 24, 2025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One user ran a 100,000-patient, five-arm, 24-month Phase III on the LLM three times in 30 days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Three LLM trial runs, six-model cross-verification, external validation on Flatiron OS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ECOG validation diverged, a KRAS-mutant labeling issue persisted, patients were synthetic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$36,304 total against a $20.0M Phase II and a $100.0M Phase III; 4.5 months against 5.0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Three LLM trial runs, with divergence published, give a trialist-checkable record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Screened Arm A out before any enrollment, avoiding an estimated $19.96M failed trial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03 of 20  |  10.5281/zenodo.17001137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03.  QSP Metastatic PDAC Simulation: Code, VVUQ, and Playbook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3-qsp-metastatic-pdac-simu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0415"/>
            <a:ext cx="3154680" cy="4288066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QSP Metastatic PDAC AI Trial Simulation: Code, VVUQ, and Playbook, August 29, 2025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text protocol became Python, then a 10-arm trial of 10,000 patients at 250 ODEs each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Numerically stable at dt = 0.05, VVUQ throughout, and a plain-text protocol regenerated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mPFS and Grade 3+ adverse events grounded poorly to external controls; 2.5M states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Arm C reached ORR 70.8% and mOS 11.9 months at HR 0.50; ORR error bounded at 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VVUQ, not model authority, is what made the simulation admissible to a trial reviewer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Set the verification discipline the Phase 1 protocol's Phase 0 simulation gate now requires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04 of 20  |  10.5281/zenodo.17239510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04.  Accelerating FDA Compliance of in silico Trials via Digital Twin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4-fda-compliance-cost-efficien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8807"/>
            <a:ext cx="3154680" cy="4251282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Accelerating FDA Compliance and Cost Efficiency of in silico Trials, September 30, 2025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10-arm, 36-month PDAC platform twin assessed under ICH M15 and ASME V&amp;V 40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Technical criteria pre-specified across a VV40 suite, with model risk stated before results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Model risk graded Medium, not High; multi-endpoint external calibration is open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Arm A tracked external ORR and mOS closely; Arm G underpredicted mPFS and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Grading against a published credibility framework lets a regulator audit a claim, not a word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Supplies MIDD evidence for FDA Type C and pre-submission meetings before the IND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05 of 20  |  10.5281/zenodo.18973368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05.  Adaption: ICH Harmonised Guideline for Good Physical AI Practice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5-ich-harmonised-guid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815" y="1403164"/>
            <a:ext cx="3154680" cy="4362568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57200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Adaption: ICH Harmonised Guideline, Physical AI Oncology Trial Unification, March 12,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ICH E6(R3) rebuilt in LaTeX and modified into a Good Physical AI Clinical Practice draft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Works inside the guideline sites already run on rather than proposing a parallel standard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independent adaptation, not endorsed or sponsored by ICH, and not adopted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clause-level text naming the sponsor, investigator, and monitor duties a Physical AI arm adds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Mapping the new modality onto E6(R3) means an IRB reads a familiar document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Gives the LLM-directed Whipple its GCP spine, cited at Section 1.4 of both trial protocols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06 of 20  |  10.5281/zenodo.19040707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06.  Adaption: 21 CFR Part 50, Protection of Human Subjects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6-21-cfr-part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1013"/>
            <a:ext cx="3154680" cy="4286870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Adaption: 21 CFR Part 50, Physical AI Oncology Trial Unification, March 16,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Public-domain eCFR text rebuilt in Markdown, then LaTeX, around human-subject protection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Human-subject protection is settled first, before any autonomy claim is made for the system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independent modified regulatory draft, not endorsed by the FDA or by the eCFR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Consent elements restated so a participant can check each one against the trial's own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Consent written as a participant capability, not a sponsor obligation, is checkable at bedside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Underwrites the seven commitments the Phase 1 advocacy paper makes enforceable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07 of 20  |  10.5281/zenodo.19057628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07.  Adaption: 21 CFR Part 312, Investigational New Drug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7-21-cfr-part-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8453"/>
            <a:ext cx="3154680" cy="4291989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Adaption: 21 CFR Part 312, Physical AI Oncology Trial Unification, March 17,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Part 312 rebuilt in Markdown and LaTeX around investigational-drug rules for Physical AI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Content items map one to one onto the codified section a reviewer opens; nothing invented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independent modified regulatory draft, not endorsed by the FDA, and not an active IND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Subpart J overlay carrying the robot and the model alongside the drug in a single dossier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IND answers to 21 CFR 312.23 line by line, which is where a regulatory reviewer starts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Became the skeleton the twelve-module daraxonrasib IND was built against in four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08 of 20  |  10.5281/zenodo.19244918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08.  National Platform for Physical AI Oncology Trials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8-national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4916"/>
            <a:ext cx="3154680" cy="4719064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National Platform for Physical AI Oncology Trials, deposited March 28,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Public-domain federal material and licensed ICH guidance unified into one governance draft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One resource covering governance and implementation, not three a site has to reconcile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draft, unaffiliated with CFR, ICH, FDA, a sponsor, a CRO, a site, an IRB, or a regulator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platform text a comprehensive cancer center can adopt without writing its own crosswalk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One reconciled source closes the gaps between guidance documents where deviations start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Sets the multi-site governance the Phase 2 eight-center study runs under a single IRB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09 of 20  |  10.5281/zenodo.20196639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09.  2030: 60 Second PDAC Robotic Whipple and Daraxonrasib 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9-2030-60-second-whip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9510"/>
            <a:ext cx="3154680" cy="4289875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2030: 60 Second PDAC Robotic Whipple and Daraxonrasib Simulation, May 15,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On-premises LLMs command an eight-arm coelomic robot from real-time x, y, z sensor data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five-phase build, a seeded deterministic sweep, and a four-entrant simulation tournament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synthetic patient gap, a hypothetical hardware gap, and TRIPOD+AI and CREMLS floors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Mean composite 93.298, SD 1.225, 95% CI half width 0.462; PancreSpeed 1.0 led at 93.735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Seed 20260513 and a 1,001-record sensor log make the run reproducible, not reported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Fixes the device envelope the IDE arm specifies: 0.05 mm RMS, 3 ms E-stop, 18 N cap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10 of 20  |  10.5281/zenodo.20421754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10.  Mobile Pancreatic Cancer Unitree H2 Humanoid with Priority VVUQ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0-unitree-h2-surgical-humano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815" y="1500215"/>
            <a:ext cx="3154680" cy="4168465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57200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Mobile Pancreatic Cancer Unitree H2 Surgical Humanoid with Priority VVUQ, May 28,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autonomous agent carried a spec to a codebase and a full 60-second Whipple record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Code assurance, not code generation, is treated as the decision-bearing work and held higher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Simulation against simulation only; the humanoid trails the eight-arm cart on throughput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172 of 172 automated tests passed, 64 in a ten-gate suite; 32 of 32 sweeps cleared every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Ten ACCEPT, three BLOCK and one ESCALATE is the gate refusing the model, as intended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Binds every gate to a published consensus standard, making the argument defensible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11 of 20  |  10.5281/zenodo.20454870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11.  VVUQ Physical AI Oncology Trial Bill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1-vvuq-oncology-trial-b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613"/>
            <a:ext cx="3154680" cy="4023670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VVUQ Physical AI Oncology Trial Bill, 119th Congress draft, deposited May 30,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 bill requiring automated VVUQ before robot-patient interaction code is generated or run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duty attaches before code generation, not after execution, where harm is preventable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independent legislative draft: not enacted law, not legal advice, not endorsed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statutory rule that a verification gate, not a policy commitment, clears code to reach a 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Verification before generation turns a voluntary practice into a duty a sponsor is held to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Names in statute the gate the Phase 1 trial already implements as a Phase 0 entry criterion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12 of 20  |  10.5281/zenodo.20619762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12.  H. R. 9510 (Bill v5.0) 2026, the Financial Data Amendment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2-hr-9510-bill-v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9257"/>
            <a:ext cx="3154680" cy="4350382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H. R. 9510 (Bill v5.0) 2026, the Financial Data Amendment, deposited June 10,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FD&amp;C Act amendment adding a financial-data record, transparency, fees and appropriations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Five versions in nineteen days, each adding what its predecessor lacked, on the record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Dollar figures are illustrative unless tied to a cited statute or notice; the bill is not enacted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cost ledger attaches to every verification run, so assurance is priced on the same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Publishing what verification costs stops assurance being an unpriced promise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Gives a cancer center a fee and appropriations basis for hosting a Physical AI oncology trial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13 of 20  |  10.5281/zenodo.20710602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13.  Earning the Clinician's Trust: A Framework for Verified Trials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3-earning-the-clinicians-tru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7803"/>
            <a:ext cx="3154680" cy="4293289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681728"/>
            <a:ext cx="7866583" cy="133502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681728"/>
            <a:ext cx="45720" cy="133502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Earning the Clinician's Trust: New Framework for Verified Physical AI Trials, June 16,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Written for the clinician who must decide at the bedside when reliance on Physical AI is earned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Eight questions a clinician already asks, each closing on a gate, a record, a role or a control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Calibrated trust, not maximal trust; it governs reliance without replacing clinical judgment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adoption decision a clinician can sign, on a lineage of 172 of 172 tests in a ten-gate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828032"/>
            <a:ext cx="7866583" cy="104241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Every clinical concern closes on a mechanism rather than on reassurance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Automation bias and algorithm aversion are named as the two failure modes, and mitigated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Answers the three questions a PI asks: my own family member, tumor board, auditor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14 of 20  |  10.5281/zenodo.20780121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14.  On-Premises LLM-Directed Robotic Whipple, Phase 1 IND/IDE 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4-phase-1-ind-ide-protoc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7691"/>
            <a:ext cx="3154680" cy="4513514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681728"/>
            <a:ext cx="7866583" cy="133502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681728"/>
            <a:ext cx="45720" cy="133502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On-Premises LLM-Directed Robotic Whipple with Perioperative Daraxonrasib, June 21,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first-in-human combined IND/IDE protocol in KRAS-mutated PDAC: drug arm and device arm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Drug, device and Physical AI compliance are settled in one Section 1, not across three filings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 protocol: not an active or approved IND/IDE, and not medical or regulatory advice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 = 18 on a 3+3 escalation behind a Phase 0 gate of 1000+ simulations across two 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828032"/>
            <a:ext cx="7866583" cy="104241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model cannot reach a participant until the simulation gate clears, written into entry criteria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This is the trial this seminar is about; the other nineteen papers are its supporting evidence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369,299 characters and 42 figures across both protocols, deposited two days apart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15 of 20  |  10.5281/zenodo.20807027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15.  Phase 2 Daraxonrasib + LLM Guided Robotic PDAC Whipple 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5-phase-2-rct-protoc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815" y="1266368"/>
            <a:ext cx="3154680" cy="4636159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57200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Phase 2, Daraxonrasib + LLM Guided Robotic PDAC Whipple Protocol, June 23,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multicenter randomized Phase 2 on the Phase 1 predicate, under single-IRB governance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Co-investment governance and single-IRB oversight are specified before any site is activated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 contingent on a Phase 1 predicate that has not yet enrolled a first participant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 = 220 across eight high-volume centers, targeting a hazard ratio of 0.60 on the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Randomization against standard of care converts a simulation result into a comparative claim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Shows a cancer center the multi-site path, deposited two days after the Phase 1 protocol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16 of 20  |  10.5281/zenodo.21097442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16.  Investigational New Drug Application, Daraxonrasib Phase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6-ind-application-daraxonrasi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1363"/>
            <a:ext cx="3154680" cy="4446170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Investigational New Drug Application, Daraxonrasib, Phase 1 Robotic Whipple, July 1,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 initial IND under 21 CFR 312.23 for perioperative daraxonrasib with a robotic Whipple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FDA forms, clinical rationale and the RAS(ON) multi-selective mechanism in a single dossier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draft: not an active or agency-endorsed IND, and the live submission system applies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12 modules, 594,657 characters, 22 figures, 84 tables and 52 cross-references, in four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Every module carries a commit and a source, so a reviewer audits provenance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This is the filing the trial turns on, and it exists today as a deposited, readable object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17 of 20  |  10.5281/zenodo.21317266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17.  Clinical Trial Funding Application v2.0, RFA-RM-27-001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7-funding-application-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4775"/>
            <a:ext cx="3154680" cy="3899346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Clinical Trial Funding Application v2.0, RFA-RM-27-001, deposited July 12,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NIH-adaptable application for a five-year daraxonrasib Phase 1 robotic Whipple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Twelve section files carrying cover, strategy, trial synopsis, human subjects and regulatory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drafting resource, not a substitute for SF424, ASSIST or Grants.gov; verify the solicitation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most complete single funding document in the set, written against a named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AI peer review roster is disclosed inside the application, so a funder sees who reviewed it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Puts a named project and a named applicant in front of a specific NIH mechanism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18 of 20  |  10.5281/zenodo.21720120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18.  Patient Robot Advocacy: Read Before the Consent Conversation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8-patient-robot-advoca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9863"/>
            <a:ext cx="3154680" cy="4529169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Patient Robot Advocacy: A Phase 1 First-in-Human PDAC Trial Protocol, July 31,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seven things the Phase 1 protocol commits to the participant, each tied to a clause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Every commitment names something a participant can check, not something to take on faith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Not the consent form and not a substitute for one; two of the cost items remain unsettled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21 documented concerns answered across 30 figures; 27 days of contact, 18 visits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human surgeon approves every motion, the model has no path to the arms, stop is 3 ms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Gives the cancer center a document to hand a patient before the consent conversation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19 of 20  |  10.5281/zenodo.21787424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19.  10 Funding Applications for the Phase 1 Robotic Whipple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9-ten-funding-applic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5224"/>
            <a:ext cx="3154680" cy="4398448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10 Funding Applications for the Phase 1 LLM-Directed Robotic Whipple, August 4,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Ten applications filed as an independent scientist, each answering a specific federal clause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Set A leads on the surgical perspective and Set B on medical oncology, redundancy stated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Nine of the ten mechanisms fund a person or an institution, not a firm; 05 was the shortest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NIH Pioneer, ARPA-H, NSF TIP, DOE Genesis, NIH SEED, FNIH, HHMI, CTEP, FRO, Moores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Ten filings in one production window is throughput made checkable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Application 10 asks a comprehensive cancer center for one meeting, which is this seminar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20 of 20  |  10.5281/zenodo.21887807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20.  From Independent Scientist to Novel Performer: The Capitalization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20-independent-scientist-to-novel-perform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815" y="1383804"/>
            <a:ext cx="3154680" cy="4401287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57200" y="4681728"/>
            <a:ext cx="7866583" cy="133502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681728"/>
            <a:ext cx="45720" cy="133502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From Independent Scientist to Novel Performer: A Capitalization Plan, August 11,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author converts to small-business operator and rewrites application 05 properly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Twelve costed milestones, each with an evidence artifact, a stop condition and a payer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$2,104,000 of the five-year direct program sits outside the award and is funded another way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$306,000 Phase I plus $1,300,000 Phase II, against a $3,500,000 five-year direct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28032"/>
            <a:ext cx="7866583" cy="104241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stop condition written before the work begins is what makes a milestone auditable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15.0% company load against $2,137,000 for identical direct work at a 57% university rate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$5,900,000 of private capital above the firewall at 3.67 to one, released only on a milestone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References  |  part 1 of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References (1 to 10 of 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60704"/>
            <a:ext cx="11277295" cy="4718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(2025).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End-to-End Pancreatic Ductal Adenocarcinoma Digital Twin Clinical Trial Proposals.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2"/>
              </a:rPr>
              <a:t>https://doi.org/10.5281/zenodo.15735068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2.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(2025).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ChatGPT 100,000 Patient 24-Month In Silico Phase III 5-Arm Pancreatic Cancer Clinical Trial Triplicate.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3"/>
              </a:rPr>
              <a:t>https://doi.org/10.5281/zenodo.16415815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3.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(2025).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QSP Metastatic Pancreatic Cancer AI Clinical Trial Simulation From Protocol to Prediction: Code, VVUQ, and Playbook.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4"/>
              </a:rPr>
              <a:t>https://doi.org/10.5281/zenodo.17001137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4.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(2025).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Accelerating FDA Compliance and Cost Efficiency of in silico Clinical Trials via AI Digital Twin Pancreatic Cancer Simulation.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5"/>
              </a:rPr>
              <a:t>https://doi.org/10.5281/zenodo.17239510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5.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Adaption: ICH Harmonised Guideline, End-to-End Physical AI Oncology Clinical Trial Unification.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6"/>
              </a:rPr>
              <a:t>https://doi.org/10.5281/zenodo.18973368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6.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Adaption: 21 CFR Part 50, End-to-End Physical AI Oncology Clinical Trial Unification.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7"/>
              </a:rPr>
              <a:t>https://doi.org/10.5281/zenodo.19040707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7.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Adaption: 21 CFR Part 312, End-to-End Physical AI Oncology Clinical Trial Unification.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8"/>
              </a:rPr>
              <a:t>https://doi.org/10.5281/zenodo.19057628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8.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National Platform for Physical AI Oncology Trials.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9"/>
              </a:rPr>
              <a:t>https://doi.org/10.5281/zenodo.19244918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9.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2030: 60 Second Pancreatic Ductal Adenocarcinoma Robotic Whipple Procedure &amp; Daraxonrasib Simulation.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10"/>
              </a:rPr>
              <a:t>https://doi.org/10.5281/zenodo.20196639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10.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Mobile Pancreatic Cancer Unitree H2 Surgical Humanoid with Priority VVUQ.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11"/>
              </a:rPr>
              <a:t>https://doi.org/10.5281/zenodo.20421754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3387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All twenty works are deposited under a DOI and readable today. Digital object identifiers resolve through https://doi.org.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References  |  part 2 of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References (11 to 20 of 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60704"/>
            <a:ext cx="11277295" cy="4718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11.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VVUQ Physical AI Oncology Trial Bill.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2"/>
              </a:rPr>
              <a:t>https://doi.org/10.5281/zenodo.20454870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12.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H. R. 9510 (Bill v5.0) 2026.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3"/>
              </a:rPr>
              <a:t>https://doi.org/10.5281/zenodo.20619762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13.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Earning the Clinician's Trust: New Framework for Verified Physical AI Oncology Trials.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4"/>
              </a:rPr>
              <a:t>https://doi.org/10.5281/zenodo.20710602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14.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On-Premises LLM-Directed Robotic Pancreaticoduodenectomy with Perioperative Daraxonrasib (RMC-6236) in KRAS-Mutated Pancreatic Ductal Adenocarcinoma.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5"/>
              </a:rPr>
              <a:t>https://doi.org/10.5281/zenodo.20780121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15.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A Phase 2, Daraxonrasib + LLM Guided Robotic PDAC Whipple Procedure, Clinical Trial Protocol.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6"/>
              </a:rPr>
              <a:t>https://doi.org/10.5281/zenodo.20807027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16.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Investigational New Drug Application - Daraxonrasib, Phase 1, LLM-Directed Robotic Whipple in KRAS-Mutated PDAC.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7"/>
              </a:rPr>
              <a:t>https://doi.org/10.5281/zenodo.21097442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17.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Clinical Trial Funding Application v2.0, RFA-RM-27-001, Kawchak K..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8"/>
              </a:rPr>
              <a:t>https://doi.org/10.5281/zenodo.21317266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18.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Patient Robot Advocacy: A Phase 1, First-in-Human, PDAC Clinical Trial Protocol of a LLM-Directed Robotic Whipple with Daraxonrasib (RMC-6236).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9"/>
              </a:rPr>
              <a:t>https://doi.org/10.5281/zenodo.21720120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19.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10 Funding Applications: A Phase 1, First-in Human, PDAC Clinical Trial Protocol of a LLM-Directed Robotic Whipple with Daraxonrasib (RMC-6236).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10"/>
              </a:rPr>
              <a:t>https://doi.org/10.5281/zenodo.21787424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20.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From Independent Scientist to Novel Performer: A Small-Business Operating, Milestone, and Capitalization Plan for a Phase 1 LLM-Advised Robotic Whipple.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11"/>
              </a:rPr>
              <a:t>https://doi.org/10.5281/zenodo.21887807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3387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All twenty works are deposited under a DOI and readable today. Digital object identifiers resolve through https://doi.org.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